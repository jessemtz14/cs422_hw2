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8c19e1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8c19e1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88c19e19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88c19e1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8c19e19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8c19e19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8c19e19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8c19e19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8c19e1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8c19e1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8c19e19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8c19e19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8c19e19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8c19e19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8c19e19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8c19e19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8c19e19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88c19e19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8c19e19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88c19e19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88c19e19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88c19e19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88c19e19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88c19e19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8c19e19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88c19e19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88c19e19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88c19e19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88c19e19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88c19e19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8c19e19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88c19e19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88c19e19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88c19e19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88c19e19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88c19e19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8c19e19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88c19e19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8c19e19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88c19e19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88c19e19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88c19e19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88c19e19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88c19e19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8c19e19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8c19e19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88c19e19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88c19e19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88c19e19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88c19e19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8c19e19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88c19e19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88c19e19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88c19e19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8c19e19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88c19e19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88c19e19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88c19e19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88c19e19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88c19e19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88c19e19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88c19e19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8c19e193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88c19e19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88c19e193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88c19e193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ReactJS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422 Lab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ReactJS?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5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you create </a:t>
            </a:r>
            <a:r>
              <a:rPr b="1" lang="en">
                <a:solidFill>
                  <a:schemeClr val="dk1"/>
                </a:solidFill>
              </a:rPr>
              <a:t>interactive</a:t>
            </a:r>
            <a:r>
              <a:rPr lang="en">
                <a:solidFill>
                  <a:schemeClr val="dk1"/>
                </a:solidFill>
              </a:rPr>
              <a:t> web pages </a:t>
            </a:r>
            <a:r>
              <a:rPr b="1" lang="en">
                <a:solidFill>
                  <a:schemeClr val="dk1"/>
                </a:solidFill>
              </a:rPr>
              <a:t>easily.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builds the webpage using </a:t>
            </a:r>
            <a:r>
              <a:rPr b="1" lang="en">
                <a:solidFill>
                  <a:schemeClr val="dk1"/>
                </a:solidFill>
              </a:rPr>
              <a:t>components</a:t>
            </a:r>
            <a:r>
              <a:rPr lang="en">
                <a:solidFill>
                  <a:schemeClr val="dk1"/>
                </a:solidFill>
              </a:rPr>
              <a:t>. Like Lego Blocks!!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Let you </a:t>
            </a:r>
            <a:r>
              <a:rPr b="1" lang="en">
                <a:solidFill>
                  <a:schemeClr val="dk1"/>
                </a:solidFill>
              </a:rPr>
              <a:t>reuse</a:t>
            </a:r>
            <a:r>
              <a:rPr lang="en">
                <a:solidFill>
                  <a:schemeClr val="dk1"/>
                </a:solidFill>
              </a:rPr>
              <a:t> components.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125" y="1588775"/>
            <a:ext cx="30861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ReactJS?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55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is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a Programming language.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is a Javascript library.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Just gives you some extra features for UI.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125" y="1588775"/>
            <a:ext cx="30861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389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894600" cy="572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&lt;h1&gt; Todo List App &lt;/h1&gt;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5070400" y="445025"/>
            <a:ext cx="362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5070400" y="1152475"/>
            <a:ext cx="3625800" cy="572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h1 { color: blue; }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1999050"/>
            <a:ext cx="389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2571750"/>
            <a:ext cx="3894600" cy="2240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&lt;h1 id="title"&gt;Todo App&lt;/h1&gt;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&lt;script&gt;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const title = document.getElementById("title");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title.addEventListener("click", function () {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  title.innerText = "Title Clicked!";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});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&lt;/script&gt;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4801750" y="1999050"/>
            <a:ext cx="389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ReactJS</a:t>
            </a:r>
            <a:endParaRPr b="1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801750" y="2571750"/>
            <a:ext cx="3894600" cy="2240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&lt;h1 onClick={() =&gt; alert("You clicked the title!")}&gt;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Todo App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&lt;/h1&gt;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</a:t>
            </a:r>
            <a:r>
              <a:rPr b="1" lang="en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Adds tasks in a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mark them as completed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delete tasks from the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                                                   #states and variables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                                                   #functions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>
                <a:solidFill>
                  <a:schemeClr val="dk1"/>
                </a:solidFill>
              </a:rPr>
              <a:t>eturn(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                                                   #elements of the UI and their styles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mark them as completed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delete tasks from the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488450"/>
            <a:ext cx="39135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addTodo</a:t>
            </a:r>
            <a:r>
              <a:rPr lang="en">
                <a:solidFill>
                  <a:schemeClr val="dk1"/>
                </a:solidFill>
              </a:rPr>
              <a:t>(e)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if (draft.trim() === "")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const newTodo =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id: Date.now(),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text: draft,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completed: false,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setTodos([newTodo, ...todos]);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setDraft("");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488450"/>
            <a:ext cx="39135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addTodo</a:t>
            </a:r>
            <a:r>
              <a:rPr lang="en">
                <a:solidFill>
                  <a:schemeClr val="dk1"/>
                </a:solidFill>
              </a:rPr>
              <a:t>(e)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if (draft.trim() === "")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const newTodo =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id: Date.now(),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text: draft,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completed: false,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setTodos([newTodo, ...todos]);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setDraft("");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572000" y="57980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&lt;form onSubmit={</a:t>
            </a:r>
            <a:r>
              <a:rPr b="1" lang="en" sz="1650">
                <a:solidFill>
                  <a:schemeClr val="dk1"/>
                </a:solidFill>
              </a:rPr>
              <a:t>addTodo</a:t>
            </a:r>
            <a:r>
              <a:rPr lang="en" sz="1650">
                <a:solidFill>
                  <a:schemeClr val="dk1"/>
                </a:solidFill>
              </a:rPr>
              <a:t>}&gt;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&lt;input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  value={</a:t>
            </a:r>
            <a:r>
              <a:rPr b="1" lang="en" sz="1650">
                <a:solidFill>
                  <a:schemeClr val="dk1"/>
                </a:solidFill>
              </a:rPr>
              <a:t>draft</a:t>
            </a:r>
            <a:r>
              <a:rPr lang="en" sz="1650">
                <a:solidFill>
                  <a:schemeClr val="dk1"/>
                </a:solidFill>
              </a:rPr>
              <a:t>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  onChange={(</a:t>
            </a:r>
            <a:r>
              <a:rPr b="1" lang="en" sz="1650">
                <a:solidFill>
                  <a:schemeClr val="dk1"/>
                </a:solidFill>
              </a:rPr>
              <a:t>e</a:t>
            </a:r>
            <a:r>
              <a:rPr lang="en" sz="1650">
                <a:solidFill>
                  <a:schemeClr val="dk1"/>
                </a:solidFill>
              </a:rPr>
              <a:t>) =&gt;   setDraft(</a:t>
            </a:r>
            <a:r>
              <a:rPr b="1" lang="en" sz="1650">
                <a:solidFill>
                  <a:schemeClr val="dk1"/>
                </a:solidFill>
              </a:rPr>
              <a:t>e.target.value</a:t>
            </a:r>
            <a:r>
              <a:rPr lang="en" sz="1650">
                <a:solidFill>
                  <a:schemeClr val="dk1"/>
                </a:solidFill>
              </a:rPr>
              <a:t>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 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 &lt;button type="submit"&gt; Add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{</a:t>
            </a:r>
            <a:r>
              <a:rPr b="1" lang="en" sz="1650">
                <a:solidFill>
                  <a:schemeClr val="dk1"/>
                </a:solidFill>
              </a:rPr>
              <a:t>todos</a:t>
            </a:r>
            <a:r>
              <a:rPr lang="en" sz="1650">
                <a:solidFill>
                  <a:schemeClr val="dk1"/>
                </a:solidFill>
              </a:rPr>
              <a:t>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    &lt;li key={todo.id}&gt;{todo.text}&lt;/li&gt;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mark them as completed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delete tasks from the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toggleTodo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setTodos</a:t>
            </a:r>
            <a:r>
              <a:rPr lang="en">
                <a:solidFill>
                  <a:schemeClr val="dk1"/>
                </a:solidFill>
              </a:rPr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todos.map((todo) =&gt;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todo.id === id ? { ...todo, completed: </a:t>
            </a:r>
            <a:r>
              <a:rPr b="1" lang="en">
                <a:solidFill>
                  <a:schemeClr val="dk1"/>
                </a:solidFill>
              </a:rPr>
              <a:t>!</a:t>
            </a:r>
            <a:r>
              <a:rPr lang="en">
                <a:solidFill>
                  <a:schemeClr val="dk1"/>
                </a:solidFill>
              </a:rPr>
              <a:t>todo.completed } : todo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toggleTodo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setTodos</a:t>
            </a:r>
            <a:r>
              <a:rPr lang="en">
                <a:solidFill>
                  <a:schemeClr val="dk1"/>
                </a:solidFill>
              </a:rPr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todos.map((todo) =&gt;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todo.id === id ? { ...todo, completed: </a:t>
            </a:r>
            <a:r>
              <a:rPr b="1" lang="en">
                <a:solidFill>
                  <a:schemeClr val="dk1"/>
                </a:solidFill>
              </a:rPr>
              <a:t>!</a:t>
            </a:r>
            <a:r>
              <a:rPr lang="en">
                <a:solidFill>
                  <a:schemeClr val="dk1"/>
                </a:solidFill>
              </a:rPr>
              <a:t>todo.completed } : todo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572000" y="57980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{todos.map((todo)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key={todo.id}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</a:t>
            </a:r>
            <a:r>
              <a:rPr b="1" lang="en" sz="1650">
                <a:solidFill>
                  <a:schemeClr val="dk1"/>
                </a:solidFill>
              </a:rPr>
              <a:t>onClick={() =&gt; toggleTodo(todo.id)}</a:t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{todo.text}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mark them as completed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delete tasks from the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deleteTodo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setTodos(todos.filter((todo) =&gt; todo.id !== id));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deleteTodo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setTodos(todos.filter((todo) =&gt; todo.id !== id));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4572000" y="57980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{todos.map((todo)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key={todo.id}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onClick={() =&gt; toggleTodo(todo.id)}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&gt; &lt;span&gt;{todo.text}&lt;/span&gt;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&lt;button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onClick={(e) =&gt; {</a:t>
            </a:r>
            <a:r>
              <a:rPr b="1" lang="en" sz="1650">
                <a:solidFill>
                  <a:schemeClr val="dk1"/>
                </a:solidFill>
              </a:rPr>
              <a:t>deleteTodo</a:t>
            </a:r>
            <a:r>
              <a:rPr lang="en" sz="1650">
                <a:solidFill>
                  <a:schemeClr val="dk1"/>
                </a:solidFill>
              </a:rPr>
              <a:t>(todo.id);}}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&gt; ✕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mark them as completed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delete tasks from the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filter tasks as Active and Completed.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48845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</a:t>
            </a:r>
            <a:r>
              <a:rPr b="1" lang="en">
                <a:solidFill>
                  <a:schemeClr val="dk1"/>
                </a:solidFill>
              </a:rPr>
              <a:t>filter</a:t>
            </a:r>
            <a:r>
              <a:rPr lang="en">
                <a:solidFill>
                  <a:schemeClr val="dk1"/>
                </a:solidFill>
              </a:rPr>
              <a:t>, setFilter] = useState("all");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 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filter === "active"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? todos.filter((t) =&gt; !t.completed)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: filter === "completed"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? todos.filter((t) =&gt; 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: todos;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4572000" y="4301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{todos.map((todo)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…..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48845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</a:t>
            </a:r>
            <a:r>
              <a:rPr b="1" lang="en">
                <a:solidFill>
                  <a:schemeClr val="dk1"/>
                </a:solidFill>
              </a:rPr>
              <a:t>filter</a:t>
            </a:r>
            <a:r>
              <a:rPr lang="en">
                <a:solidFill>
                  <a:schemeClr val="dk1"/>
                </a:solidFill>
              </a:rPr>
              <a:t>, setFilter] = useState("all");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filter === "active"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!t.completed)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filter === "completed"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todos;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4572000" y="4301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{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 sz="1650">
                <a:solidFill>
                  <a:schemeClr val="dk1"/>
                </a:solidFill>
              </a:rPr>
              <a:t>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…….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48845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</a:t>
            </a:r>
            <a:r>
              <a:rPr b="1" lang="en">
                <a:solidFill>
                  <a:schemeClr val="dk1"/>
                </a:solidFill>
              </a:rPr>
              <a:t>filter</a:t>
            </a:r>
            <a:r>
              <a:rPr lang="en">
                <a:solidFill>
                  <a:schemeClr val="dk1"/>
                </a:solidFill>
              </a:rPr>
              <a:t>, setFilter] = useState("all");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filter === "active"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!t.completed)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filter === "completed"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todos;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419100" y="4573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function 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({ current, value, onClick }) {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const active = current === value;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return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&lt;button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onClick={() =&gt; onClick(value</a:t>
            </a:r>
            <a:r>
              <a:rPr lang="en" sz="1650">
                <a:solidFill>
                  <a:schemeClr val="dk1"/>
                </a:solidFill>
              </a:rPr>
              <a:t>)}</a:t>
            </a:r>
            <a:r>
              <a:rPr lang="en" sz="1650">
                <a:solidFill>
                  <a:schemeClr val="dk1"/>
                </a:solidFill>
              </a:rPr>
              <a:t>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{value[0].toUpperCase() +  value.slice(1)}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);}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419100" y="4573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function 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({ current, value, onClick }) {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return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&lt;button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onClick={() =&gt; onClick(value)}&gt;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{value[0].toUpperCase() +  value.slice(1)}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4572000" y="4573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&lt;div&gt;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&lt;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 current={filter} value="all" onClick={setFilter}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&lt;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 current={filter} value="active" onClick={setFilter}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&lt;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 current={filter} value="completed" onClick={setFilter}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&lt;/div&gt;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Local Storage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localStorage allows the browser to remember user data, improving efficiency and user experience.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useState, </a:t>
            </a:r>
            <a:r>
              <a:rPr b="1" lang="en">
                <a:solidFill>
                  <a:schemeClr val="dk1"/>
                </a:solidFill>
              </a:rPr>
              <a:t>useEffect</a:t>
            </a:r>
            <a:r>
              <a:rPr lang="en">
                <a:solidFill>
                  <a:schemeClr val="dk1"/>
                </a:solidFill>
              </a:rPr>
              <a:t>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useState, </a:t>
            </a:r>
            <a:r>
              <a:rPr b="1" lang="en">
                <a:solidFill>
                  <a:schemeClr val="dk1"/>
                </a:solidFill>
              </a:rPr>
              <a:t>useEffect</a:t>
            </a:r>
            <a:r>
              <a:rPr lang="en">
                <a:solidFill>
                  <a:schemeClr val="dk1"/>
                </a:solidFill>
              </a:rPr>
              <a:t>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</a:t>
            </a:r>
            <a:r>
              <a:rPr b="1" lang="en">
                <a:solidFill>
                  <a:schemeClr val="dk1"/>
                </a:solidFill>
              </a:rPr>
              <a:t>() =&gt;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return JSON.parse(localStorage.getItem("todos")) || [ ];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}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useState, </a:t>
            </a:r>
            <a:r>
              <a:rPr b="1" lang="en">
                <a:solidFill>
                  <a:schemeClr val="dk1"/>
                </a:solidFill>
              </a:rPr>
              <a:t>useEffect</a:t>
            </a:r>
            <a:r>
              <a:rPr lang="en">
                <a:solidFill>
                  <a:schemeClr val="dk1"/>
                </a:solidFill>
              </a:rPr>
              <a:t>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</a:t>
            </a:r>
            <a:r>
              <a:rPr b="1" lang="en">
                <a:solidFill>
                  <a:schemeClr val="dk1"/>
                </a:solidFill>
              </a:rPr>
              <a:t>() =&gt;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return JSON.parse(localStorage.getItem("todos")) || [ ];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}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useEffect(() =&gt;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localStorage.setItem("todos", JSON.stringify(todos));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}, [todos]);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all the completed tasks together and delete them.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When there are no todos, show helpful guidance: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“No tasks yet. Add one above!”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“No completed tasks. Finish something first.”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Allow users to edit a todo directly: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Double click → input appears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Enter (keyboard) → save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Esc (keyboard) → cancel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32" name="Google Shape;23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Undo Delete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</a:t>
            </a:r>
            <a:r>
              <a:rPr lang="en">
                <a:solidFill>
                  <a:schemeClr val="dk1"/>
                </a:solidFill>
              </a:rPr>
              <a:t>After deleting, show: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“Todo deleted — Undo?”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for 5 seconds.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Undo Delete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Feedback + Progress Indicators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“3 tasks remaining”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Progress bar: 60% complete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Completed count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Undo Delete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Feedback + Progress Indicators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Bonus: Make a good looking UI.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311700" y="2120700"/>
            <a:ext cx="85206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You!!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